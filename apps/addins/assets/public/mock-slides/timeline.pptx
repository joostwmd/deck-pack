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Timeline Roadmap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Plan milestones over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